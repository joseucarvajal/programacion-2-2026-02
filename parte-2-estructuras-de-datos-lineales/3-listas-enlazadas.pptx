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97280"/>
            <a:ext cx="502920" cy="5029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6820" y="1348740"/>
            <a:ext cx="1097280" cy="640080"/>
          </a:xfrm>
          <a:prstGeom prst="line">
            <a:avLst/>
          </a:prstGeom>
          <a:noFill/>
          <a:ln w="22225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692640" y="1737360"/>
            <a:ext cx="502920" cy="5029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304020" y="1988820"/>
            <a:ext cx="640080" cy="914400"/>
          </a:xfrm>
          <a:prstGeom prst="line">
            <a:avLst/>
          </a:prstGeom>
          <a:noFill/>
          <a:ln w="22225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52560" y="2651760"/>
            <a:ext cx="502920" cy="5029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04020" y="2903220"/>
            <a:ext cx="1280160" cy="457200"/>
          </a:xfrm>
          <a:prstGeom prst="line">
            <a:avLst/>
          </a:prstGeom>
          <a:noFill/>
          <a:ln w="22225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0" y="3108960"/>
            <a:ext cx="502920" cy="502920"/>
          </a:xfrm>
          <a:prstGeom prst="ellipse">
            <a:avLst/>
          </a:prstGeom>
          <a:solidFill>
            <a:srgbClr val="E8871E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 Enlazadas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(simples)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Lineales · Programación 2</a:t>
            </a:r>
            <a:endParaRPr lang="en-US" sz="1800" dirty="0"/>
          </a:p>
        </p:txBody>
      </p:sp>
      <p:pic>
        <p:nvPicPr>
          <p:cNvPr id="13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145" y="5943600"/>
            <a:ext cx="390791" cy="457200"/>
          </a:xfrm>
          <a:prstGeom prst="rect">
            <a:avLst/>
          </a:prstGeom>
        </p:spPr>
      </p:pic>
      <p:pic>
        <p:nvPicPr>
          <p:cNvPr id="14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5989320"/>
            <a:ext cx="1859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LISTAS ENLAZADAS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lista enlazada simple?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vive en cualquier lugar de la memoria, no en un bloque contiguo.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tiene una referencia solo al siguiente.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aritmética de índice: llegar a la posición i exige recorrer nodo por nodo.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arreglo: bloque contiguo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1928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94576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07224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19872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enlazada: nodos dispersos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429000"/>
            <a:ext cx="457200" cy="45720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3657600"/>
            <a:ext cx="1188720" cy="54864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977640"/>
            <a:ext cx="457200" cy="45720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629400" y="4206240"/>
            <a:ext cx="548640" cy="73152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4709160"/>
            <a:ext cx="457200" cy="45720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4937760"/>
            <a:ext cx="1371600" cy="36576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5074920"/>
            <a:ext cx="457200" cy="45720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001000" y="4663440"/>
            <a:ext cx="1097280" cy="64008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69680" y="4434840"/>
            <a:ext cx="457200" cy="45720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pic>
        <p:nvPicPr>
          <p:cNvPr id="23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24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LISTAS ENLAZADAS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agregar al final...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26355A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lleno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uno nuevo y copiar TODO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4A23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7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26355A"/>
          </a:solidFill>
          <a:ln w="15875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enlazada (con tail)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02920" cy="5029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3086100"/>
            <a:ext cx="594360" cy="0"/>
          </a:xfrm>
          <a:prstGeom prst="line">
            <a:avLst/>
          </a:prstGeom>
          <a:noFill/>
          <a:ln w="22225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06640" y="2834640"/>
            <a:ext cx="502920" cy="5029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3086100"/>
            <a:ext cx="594360" cy="0"/>
          </a:xfrm>
          <a:prstGeom prst="line">
            <a:avLst/>
          </a:prstGeom>
          <a:noFill/>
          <a:ln w="22225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2834640"/>
            <a:ext cx="502920" cy="5029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2834640"/>
            <a:ext cx="502920" cy="502920"/>
          </a:xfrm>
          <a:prstGeom prst="ellipse">
            <a:avLst/>
          </a:prstGeom>
          <a:solidFill>
            <a:srgbClr val="F07272"/>
          </a:solidFill>
          <a:ln w="19050">
            <a:solidFill>
              <a:srgbClr val="F072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3086100"/>
            <a:ext cx="594360" cy="0"/>
          </a:xfrm>
          <a:prstGeom prst="line">
            <a:avLst/>
          </a:prstGeom>
          <a:noFill/>
          <a:ln w="22225">
            <a:solidFill>
              <a:srgbClr val="E8871E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30936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(enlazado al tail, nada se copia)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9319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200" dirty="0"/>
          </a:p>
        </p:txBody>
      </p:sp>
      <p:pic>
        <p:nvPicPr>
          <p:cNvPr id="29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30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LISTAS ENLAZADAS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collections.deque: la lista enlazada de la industria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 tiene un tipo "lista enlazada simple" propio, pero sí deque.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nadie construye un Nodo a mano para resolver un problema real.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solo lo que corresponde a una lista simple que crece por el final.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219456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99632" y="2377440"/>
            <a:ext cx="5065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1400" dirty="0"/>
          </a:p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carrito = deque()</a:t>
            </a:r>
            <a:endParaRPr lang="en-US" sz="1400" dirty="0"/>
          </a:p>
        </p:txBody>
      </p:sp>
      <p:pic>
        <p:nvPicPr>
          <p:cNvPr id="9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10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LISTAS ENLAZADAS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 al final con deque.append()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103120"/>
            <a:ext cx="48828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agregar_al_final(carrito, producto):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carrito.append(producto)  </a:t>
            </a:r>
            <a:pPr indent="0" marL="0">
              <a:lnSpc>
                <a:spcPts val="1688"/>
              </a:lnSpc>
              <a:buNone/>
            </a:pPr>
            <a:r>
              <a:rPr lang="en-US" sz="12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O(1)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carrito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91072" y="2103120"/>
            <a:ext cx="5157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total_carrito(carrito):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carrito:  </a:t>
            </a:r>
            <a:pPr indent="0" marL="0">
              <a:lnSpc>
                <a:spcPts val="1688"/>
              </a:lnSpc>
              <a:buNone/>
            </a:pPr>
            <a:r>
              <a:rPr lang="en-US" sz="12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nodo por nodo: O(n)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p.precio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al final: O(1) — no se copia nada. Recorrer para sumar: O(n) — eso no cambia respecto a un arreglo.</a:t>
            </a:r>
            <a:endParaRPr lang="en-US" sz="1400" dirty="0"/>
          </a:p>
        </p:txBody>
      </p:sp>
      <p:pic>
        <p:nvPicPr>
          <p:cNvPr id="11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12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LISTAS ENLAZADAS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 vs. lista enlazada simple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11430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Arreglo (list)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enlazada (deque)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Acceder por índice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al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si está lleno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1546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26355A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337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arreglo (list) cuando accedes por posición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319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productos: buscas o modificas por código/posición conocida.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bodega: consultas el stock del casillero N directamente.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 la semana: arreglo de 7 posiciones fijas (lunes..domingo); ventas[2] es directo el martes, sin recorrer nada.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31546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26355A"/>
          </a:solidFill>
          <a:ln w="15875">
            <a:solidFill>
              <a:srgbClr val="E8871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3337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una lista enlazada simple cuando solo agregas al final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39319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compras: se agrega producto por producto, y al final se recorre.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pedidos del día: cada pedido se agrega al final, en orden.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de un producto: se agregan a medida que llegan y se muestran en orden.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ventas: cada venta se agrega al final; rara vez buscas por posición.</a:t>
            </a:r>
            <a:endParaRPr lang="en-US" sz="1250" dirty="0"/>
          </a:p>
        </p:txBody>
      </p:sp>
      <p:pic>
        <p:nvPicPr>
          <p:cNvPr id="13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14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2026-09-16T22:13:44Z</dcterms:created>
  <dcterms:modified xsi:type="dcterms:W3CDTF">2026-09-16T22:13:44Z</dcterms:modified>
</cp:coreProperties>
</file>